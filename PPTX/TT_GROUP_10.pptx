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2" r:id="rId3"/>
  </p:sldMasterIdLst>
  <p:notesMasterIdLst>
    <p:notesMasterId r:id="rId6"/>
  </p:notesMasterIdLst>
  <p:sldIdLst>
    <p:sldId id="261" r:id="rId4"/>
    <p:sldId id="268" r:id="rId5"/>
    <p:sldId id="267" r:id="rId7"/>
    <p:sldId id="270" r:id="rId8"/>
  </p:sldIdLst>
  <p:sldSz cx="12192000" cy="6858000"/>
  <p:notesSz cx="6858000" cy="9144000"/>
  <p:defaultTextStyle>
    <a:defPPr>
      <a:defRPr lang="vi-V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69" autoAdjust="0"/>
    <p:restoredTop sz="94660"/>
  </p:normalViewPr>
  <p:slideViewPr>
    <p:cSldViewPr snapToGrid="0">
      <p:cViewPr varScale="1">
        <p:scale>
          <a:sx n="85" d="100"/>
          <a:sy n="85" d="100"/>
        </p:scale>
        <p:origin x="300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presProps" Target="presProps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2.xml"/><Relationship Id="rId4" Type="http://schemas.openxmlformats.org/officeDocument/2006/relationships/slide" Target="slides/slide1.xml"/><Relationship Id="rId3" Type="http://schemas.openxmlformats.org/officeDocument/2006/relationships/slideMaster" Target="slideMasters/slideMaster2.xml"/><Relationship Id="rId2" Type="http://schemas.openxmlformats.org/officeDocument/2006/relationships/theme" Target="theme/theme1.xml"/><Relationship Id="rId11" Type="http://schemas.openxmlformats.org/officeDocument/2006/relationships/tableStyles" Target="tableStyles.xml"/><Relationship Id="rId10" Type="http://schemas.openxmlformats.org/officeDocument/2006/relationships/viewProps" Target="viewProps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FD42F7-718C-4B98-AAEC-167E6DDD60A7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B2AA4F-B828-4D7C-AFD3-893933DAFCB4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rmAutofit/>
          </a:bodyPr>
          <a:lstStyle>
            <a:lvl1pPr algn="ctr">
              <a:defRPr sz="4800">
                <a:solidFill>
                  <a:srgbClr val="C00000"/>
                </a:solidFill>
                <a:latin typeface="Segoe UI Black" panose="020B0A02040204020203" pitchFamily="34" charset="0"/>
                <a:ea typeface="Segoe UI Black" panose="020B0A02040204020203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1655763"/>
          </a:xfrm>
        </p:spPr>
        <p:txBody>
          <a:bodyPr/>
          <a:lstStyle>
            <a:lvl1pPr marL="0" indent="0" algn="ctr">
              <a:buNone/>
              <a:defRPr sz="2400">
                <a:solidFill>
                  <a:srgbClr val="008080"/>
                </a:solidFill>
                <a:latin typeface="Segoe UI Black" panose="020B0A02040204020203" pitchFamily="34" charset="0"/>
                <a:ea typeface="Segoe UI Black" panose="020B0A02040204020203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340687-F0A6-4844-9D0E-4A71047B582E}" type="datetime1">
              <a:rPr lang="en-GB" smtClean="0"/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KIẾN THỨC - KỸ NĂNG - SÁNG TẠO - HỘI NHẬP</a:t>
            </a:r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3D6EC1-CEF0-44B9-AC69-1554EEB371D5}" type="slidenum">
              <a:rPr lang="en-GB" smtClean="0"/>
            </a:fld>
            <a:endParaRPr lang="en-GB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15848B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0" indent="0" algn="just">
              <a:buFontTx/>
              <a:buNone/>
              <a:defRPr/>
            </a:lvl1pPr>
            <a:lvl2pPr marL="457200" indent="0" algn="just">
              <a:buFontTx/>
              <a:buNone/>
              <a:defRPr/>
            </a:lvl2pPr>
            <a:lvl3pPr marL="914400" indent="0" algn="just">
              <a:buFontTx/>
              <a:buNone/>
              <a:defRPr/>
            </a:lvl3pPr>
            <a:lvl4pPr marL="1371600" indent="0" algn="just">
              <a:buFontTx/>
              <a:buNone/>
              <a:defRPr/>
            </a:lvl4pPr>
            <a:lvl5pPr marL="1828800" indent="0" algn="just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9E0BBC2-331D-455A-8F34-6CACAAA7B272}" type="datetime1">
              <a:rPr lang="en-GB" smtClean="0"/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KIẾN THỨC - KỸ NĂNG - SÁNG TẠO - HỘI NHẬP</a:t>
            </a:r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A3D6EC1-CEF0-44B9-AC69-1554EEB371D5}" type="slidenum">
              <a:rPr lang="en-GB" smtClean="0"/>
            </a:fld>
            <a:endParaRPr lang="en-GB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1709743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4589468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796F3C-EA11-4B8E-A5D6-898715DAA61A}" type="datetime1">
              <a:rPr lang="en-GB" smtClean="0"/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KIẾN THỨC - KỸ NĂNG - SÁNG TẠO - HỘI NHẬP</a:t>
            </a:r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3D6EC1-CEF0-44B9-AC69-1554EEB371D5}" type="slidenum">
              <a:rPr lang="en-GB" smtClean="0"/>
            </a:fld>
            <a:endParaRPr lang="en-GB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0808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2095129"/>
            <a:ext cx="5181600" cy="408183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095129"/>
            <a:ext cx="5181600" cy="408183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E42CF6-A011-4145-8138-B18222BE784F}" type="datetime1">
              <a:rPr lang="en-GB" smtClean="0"/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KIẾN THỨC - KỸ NĂNG - SÁNG TẠO - HỘI NHẬP</a:t>
            </a:r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3D6EC1-CEF0-44B9-AC69-1554EEB371D5}" type="slidenum">
              <a:rPr lang="en-GB" smtClean="0"/>
            </a:fld>
            <a:endParaRPr lang="en-GB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866776"/>
            <a:ext cx="10515600" cy="82391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92" y="1857375"/>
            <a:ext cx="5157787" cy="64770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92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857375"/>
            <a:ext cx="5183188" cy="64770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776141-2144-4216-A5D8-625EEC9D46A7}" type="datetime1">
              <a:rPr lang="en-GB" smtClean="0"/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KIẾN THỨC - KỸ NĂNG - SÁNG TẠO - HỘI NHẬP</a:t>
            </a:r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3D6EC1-CEF0-44B9-AC69-1554EEB371D5}" type="slidenum">
              <a:rPr lang="en-GB" smtClean="0"/>
            </a:fld>
            <a:endParaRPr lang="en-GB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231884-8841-474E-B980-3663B77BB24B}" type="datetime1">
              <a:rPr lang="en-GB" smtClean="0"/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KIẾN THỨC - KỸ NĂNG - SÁNG TẠO - HỘI NHẬP</a:t>
            </a:r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3D6EC1-CEF0-44B9-AC69-1554EEB371D5}" type="slidenum">
              <a:rPr lang="en-GB" smtClean="0"/>
            </a:fld>
            <a:endParaRPr lang="en-GB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1E740A-6F50-4770-9109-746EC93EBE8F}" type="datetime1">
              <a:rPr lang="en-GB" smtClean="0"/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KIẾN THỨC - KỸ NĂNG - SÁNG TẠO - HỘI NHẬP</a:t>
            </a:r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3D6EC1-CEF0-44B9-AC69-1554EEB371D5}" type="slidenum">
              <a:rPr lang="en-GB" smtClean="0"/>
            </a:fld>
            <a:endParaRPr lang="en-GB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92" y="987429"/>
            <a:ext cx="3932237" cy="106997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9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92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933542-D7FF-4C5D-BCD1-FC068661ADB1}" type="datetime1">
              <a:rPr lang="en-GB" smtClean="0"/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KIẾN THỨC - KỸ NĂNG - SÁNG TẠO - HỘI NHẬP</a:t>
            </a:r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3D6EC1-CEF0-44B9-AC69-1554EEB371D5}" type="slidenum">
              <a:rPr lang="en-GB" smtClean="0"/>
            </a:fld>
            <a:endParaRPr lang="en-GB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92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9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92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70A37-54E1-46AB-854A-7F4CAEAC5932}" type="datetime1">
              <a:rPr lang="en-GB" smtClean="0"/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KIẾN THỨC - KỸ NĂNG - SÁNG TẠO - HỘI NHẬP</a:t>
            </a:r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3D6EC1-CEF0-44B9-AC69-1554EEB371D5}" type="slidenum">
              <a:rPr lang="en-GB" smtClean="0"/>
            </a:fld>
            <a:endParaRPr lang="en-GB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5F13F3-5CA4-464A-A58E-B619976AB19A}" type="datetime1">
              <a:rPr lang="en-GB" smtClean="0"/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KIẾN THỨC - KỸ NĂNG - SÁNG TẠO - HỘI NHẬP</a:t>
            </a:r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3D6EC1-CEF0-44B9-AC69-1554EEB371D5}" type="slidenum">
              <a:rPr lang="en-GB" smtClean="0"/>
            </a:fld>
            <a:endParaRPr lang="en-GB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80203B-5407-419A-8A7D-10870893C35F}" type="datetime1">
              <a:rPr lang="en-GB" smtClean="0"/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KIẾN THỨC - KỸ NĂNG - SÁNG TẠO - HỘI NHẬP</a:t>
            </a:r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3D6EC1-CEF0-44B9-AC69-1554EEB371D5}" type="slidenum">
              <a:rPr lang="en-GB" smtClean="0"/>
            </a:fld>
            <a:endParaRPr lang="en-GB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18046E-BA9B-4548-A8AC-F9F2F702B23B}" type="datetime1">
              <a:rPr lang="en-GB" smtClean="0"/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KIẾN THỨC - KỸ NĂNG - SÁNG TẠO - HỘI NHẬP</a:t>
            </a:r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3D6EC1-CEF0-44B9-AC69-1554EEB371D5}" type="slidenum">
              <a:rPr lang="en-GB" smtClean="0"/>
            </a:fld>
            <a:endParaRPr lang="en-GB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PTIST_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PTIST_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5" Type="http://schemas.openxmlformats.org/officeDocument/2006/relationships/image" Target="../media/image2.png"/><Relationship Id="rId14" Type="http://schemas.openxmlformats.org/officeDocument/2006/relationships/image" Target="../media/image1.png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15.xml"/><Relationship Id="rId1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1228232"/>
            <a:ext cx="10515600" cy="76741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2175029"/>
            <a:ext cx="10515600" cy="40019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bg1"/>
                </a:solidFill>
              </a:defRPr>
            </a:lvl1pPr>
          </a:lstStyle>
          <a:p>
            <a:fld id="{4C18046E-BA9B-4548-A8AC-F9F2F702B23B}" type="datetime1">
              <a:rPr lang="en-GB" smtClean="0"/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5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rgbClr val="C00000"/>
                </a:solidFill>
              </a:defRPr>
            </a:lvl1pPr>
          </a:lstStyle>
          <a:p>
            <a:r>
              <a:rPr lang="en-GB"/>
              <a:t>KIẾN THỨC - KỸ NĂNG - SÁNG TẠO - HỘI NHẬP</a:t>
            </a:r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fld id="{AA3D6EC1-CEF0-44B9-AC69-1554EEB371D5}" type="slidenum">
              <a:rPr lang="en-GB" smtClean="0"/>
            </a:fld>
            <a:endParaRPr lang="en-GB"/>
          </a:p>
        </p:txBody>
      </p:sp>
      <p:sp>
        <p:nvSpPr>
          <p:cNvPr id="7" name="Title 1"/>
          <p:cNvSpPr txBox="1"/>
          <p:nvPr/>
        </p:nvSpPr>
        <p:spPr>
          <a:xfrm>
            <a:off x="5344357" y="228539"/>
            <a:ext cx="6847643" cy="68909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Times New Roman" panose="02020603050405020304" charset="0"/>
                <a:ea typeface="+mj-ea"/>
                <a:cs typeface="Times New Roman" panose="02020603050405020304" charset="0"/>
              </a:defRPr>
            </a:lvl1pPr>
          </a:lstStyle>
          <a:p>
            <a:pPr algn="ctr"/>
            <a:r>
              <a:rPr lang="en-US" sz="2400" b="1">
                <a:solidFill>
                  <a:srgbClr val="008080"/>
                </a:solidFill>
              </a:rPr>
              <a:t>TRƯỜNG ĐẠI HỌC GIAO THÔNG VẬN TẢI </a:t>
            </a:r>
            <a:br>
              <a:rPr lang="en-US" sz="2400" b="1">
                <a:solidFill>
                  <a:srgbClr val="008080"/>
                </a:solidFill>
              </a:rPr>
            </a:br>
            <a:r>
              <a:rPr lang="en-US" sz="2400" b="1">
                <a:solidFill>
                  <a:srgbClr val="008080"/>
                </a:solidFill>
              </a:rPr>
              <a:t>THÀNH PHỐ HỒ CHÍ MINH</a:t>
            </a:r>
            <a:endParaRPr lang="en-GB" sz="2400" b="1" dirty="0"/>
          </a:p>
        </p:txBody>
      </p:sp>
      <p:pic>
        <p:nvPicPr>
          <p:cNvPr id="9" name="Picture 8" descr="A colorful text on a black background&#10;&#10;Description automatically generated"/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555" y="186587"/>
            <a:ext cx="3931920" cy="748375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15848B"/>
          </a:solidFill>
          <a:latin typeface="Segoe UI Black" panose="020B0A02040204020203" pitchFamily="34" charset="0"/>
          <a:ea typeface="Segoe UI Black" panose="020B0A02040204020203" pitchFamily="34" charset="0"/>
          <a:cs typeface="Times New Roman" panose="02020603050405020304" charset="0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Tx/>
        <a:buNone/>
        <a:defRPr sz="3200" kern="1200">
          <a:solidFill>
            <a:schemeClr val="tx1"/>
          </a:solidFill>
          <a:latin typeface="Times New Roman" panose="02020603050405020304" charset="0"/>
          <a:ea typeface="+mn-ea"/>
          <a:cs typeface="Times New Roman" panose="02020603050405020304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2800" kern="1200">
          <a:solidFill>
            <a:schemeClr val="tx1"/>
          </a:solidFill>
          <a:latin typeface="Times New Roman" panose="02020603050405020304" charset="0"/>
          <a:ea typeface="+mn-ea"/>
          <a:cs typeface="Times New Roman" panose="02020603050405020304" charset="0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2400" kern="1200">
          <a:solidFill>
            <a:schemeClr val="tx1"/>
          </a:solidFill>
          <a:latin typeface="Times New Roman" panose="02020603050405020304" charset="0"/>
          <a:ea typeface="+mn-ea"/>
          <a:cs typeface="Times New Roman" panose="02020603050405020304" charset="0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2000" kern="1200">
          <a:solidFill>
            <a:schemeClr val="tx1"/>
          </a:solidFill>
          <a:latin typeface="Times New Roman" panose="02020603050405020304" charset="0"/>
          <a:ea typeface="+mn-ea"/>
          <a:cs typeface="Times New Roman" panose="02020603050405020304" charset="0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2000" kern="1200">
          <a:solidFill>
            <a:schemeClr val="tx1"/>
          </a:solidFill>
          <a:latin typeface="Times New Roman" panose="02020603050405020304" charset="0"/>
          <a:ea typeface="+mn-ea"/>
          <a:cs typeface="Times New Roman" panose="0202060305040502030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</p:sldLayoutIdLst>
  <p:hf sldNum="0" hdr="0" ftr="0" dt="0"/>
  <p:txStyles>
    <p:titleStyle>
      <a:lvl1pPr algn="ctr" defTabSz="1219200" rtl="0" eaLnBrk="1" latinLnBrk="0" hangingPunct="1">
        <a:spcBef>
          <a:spcPct val="0"/>
        </a:spcBef>
        <a:buNone/>
        <a:defRPr sz="586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200" indent="-457200" algn="l" defTabSz="1219200" rtl="0" eaLnBrk="1" latinLnBrk="0" hangingPunct="1">
        <a:spcBef>
          <a:spcPts val="130"/>
        </a:spcBef>
        <a:buFont typeface="Arial" panose="020B0604020202020204" pitchFamily="34" charset="0"/>
        <a:buChar char="•"/>
        <a:defRPr sz="4265" kern="1200">
          <a:solidFill>
            <a:schemeClr val="tx1"/>
          </a:solidFill>
          <a:latin typeface="+mn-lt"/>
          <a:ea typeface="+mn-ea"/>
          <a:cs typeface="+mn-cs"/>
        </a:defRPr>
      </a:lvl1pPr>
      <a:lvl2pPr marL="990600" indent="-381000" algn="l" defTabSz="1219200" rtl="0" eaLnBrk="1" latinLnBrk="0" hangingPunct="1">
        <a:spcBef>
          <a:spcPts val="130"/>
        </a:spcBef>
        <a:buFont typeface="Arial" panose="020B0604020202020204" pitchFamily="34" charset="0"/>
        <a:buChar char="–"/>
        <a:defRPr sz="3735" kern="1200">
          <a:solidFill>
            <a:schemeClr val="tx1"/>
          </a:solidFill>
          <a:latin typeface="+mn-lt"/>
          <a:ea typeface="+mn-ea"/>
          <a:cs typeface="+mn-cs"/>
        </a:defRPr>
      </a:lvl2pPr>
      <a:lvl3pPr marL="1524000" indent="-304800" algn="l" defTabSz="1219200" rtl="0" eaLnBrk="1" latinLnBrk="0" hangingPunct="1">
        <a:spcBef>
          <a:spcPts val="13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600" indent="-304800" algn="l" defTabSz="1219200" rtl="0" eaLnBrk="1" latinLnBrk="0" hangingPunct="1">
        <a:spcBef>
          <a:spcPts val="130"/>
        </a:spcBef>
        <a:buFont typeface="Arial" panose="020B0604020202020204" pitchFamily="34" charset="0"/>
        <a:buChar char="–"/>
        <a:defRPr sz="2665" kern="1200">
          <a:solidFill>
            <a:schemeClr val="tx1"/>
          </a:solidFill>
          <a:latin typeface="+mn-lt"/>
          <a:ea typeface="+mn-ea"/>
          <a:cs typeface="+mn-cs"/>
        </a:defRPr>
      </a:lvl4pPr>
      <a:lvl5pPr marL="2743200" indent="-304800" algn="l" defTabSz="1219200" rtl="0" eaLnBrk="1" latinLnBrk="0" hangingPunct="1">
        <a:spcBef>
          <a:spcPts val="130"/>
        </a:spcBef>
        <a:buFont typeface="Arial" panose="020B0604020202020204" pitchFamily="34" charset="0"/>
        <a:buChar char="»"/>
        <a:defRPr sz="2665" kern="1200">
          <a:solidFill>
            <a:schemeClr val="tx1"/>
          </a:solidFill>
          <a:latin typeface="+mn-lt"/>
          <a:ea typeface="+mn-ea"/>
          <a:cs typeface="+mn-cs"/>
        </a:defRPr>
      </a:lvl5pPr>
      <a:lvl6pPr marL="3352800" indent="-304800" algn="l" defTabSz="1219200" rtl="0" eaLnBrk="1" latinLnBrk="0" hangingPunct="1">
        <a:spcBef>
          <a:spcPts val="130"/>
        </a:spcBef>
        <a:buFont typeface="Arial" panose="020B0604020202020204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6pPr>
      <a:lvl7pPr marL="3962400" indent="-304800" algn="l" defTabSz="1219200" rtl="0" eaLnBrk="1" latinLnBrk="0" hangingPunct="1">
        <a:spcBef>
          <a:spcPts val="130"/>
        </a:spcBef>
        <a:buFont typeface="Arial" panose="020B0604020202020204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7pPr>
      <a:lvl8pPr marL="4572000" indent="-304800" algn="l" defTabSz="1219200" rtl="0" eaLnBrk="1" latinLnBrk="0" hangingPunct="1">
        <a:spcBef>
          <a:spcPts val="130"/>
        </a:spcBef>
        <a:buFont typeface="Arial" panose="020B0604020202020204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8pPr>
      <a:lvl9pPr marL="5181600" indent="-304800" algn="l" defTabSz="1219200" rtl="0" eaLnBrk="1" latinLnBrk="0" hangingPunct="1">
        <a:spcBef>
          <a:spcPts val="130"/>
        </a:spcBef>
        <a:buFont typeface="Arial" panose="020B0604020202020204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6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2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8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4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80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6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2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8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4.xml"/><Relationship Id="rId1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4.xml"/><Relationship Id="rId1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7" name="Title 6"/>
          <p:cNvSpPr>
            <a:spLocks noGrp="1"/>
          </p:cNvSpPr>
          <p:nvPr>
            <p:ph type="ctrTitle"/>
          </p:nvPr>
        </p:nvSpPr>
        <p:spPr>
          <a:xfrm>
            <a:off x="1524000" y="1122680"/>
            <a:ext cx="9144000" cy="1529715"/>
          </a:xfrm>
        </p:spPr>
        <p:txBody>
          <a:bodyPr>
            <a:normAutofit/>
          </a:bodyPr>
          <a:p>
            <a:r>
              <a:rPr lang="en-US" altLang="en-US" sz="3200" b="1" dirty="0">
                <a:sym typeface="+mn-ea"/>
              </a:rPr>
              <a:t>APP for demonstration Virtual</a:t>
            </a:r>
            <a:r>
              <a:rPr lang="vi-VN" altLang="en-US" sz="3200" b="1" dirty="0">
                <a:sym typeface="+mn-ea"/>
              </a:rPr>
              <a:t> </a:t>
            </a:r>
            <a:r>
              <a:rPr lang="en-US" altLang="en-US" sz="3200" b="1" dirty="0">
                <a:sym typeface="+mn-ea"/>
              </a:rPr>
              <a:t>Memory management algorithm:</a:t>
            </a:r>
            <a:r>
              <a:rPr lang="vi-VN" altLang="en-US" sz="3200" b="1" dirty="0">
                <a:sym typeface="+mn-ea"/>
              </a:rPr>
              <a:t> </a:t>
            </a:r>
            <a:r>
              <a:rPr lang="en-US" altLang="en-US" sz="3200" b="1" dirty="0">
                <a:sym typeface="+mn-ea"/>
              </a:rPr>
              <a:t>LRU</a:t>
            </a:r>
            <a:r>
              <a:rPr lang="vi-VN" altLang="en-US" sz="3200" b="1" dirty="0">
                <a:sym typeface="+mn-ea"/>
              </a:rPr>
              <a:t>, </a:t>
            </a:r>
            <a:r>
              <a:rPr lang="en-US" altLang="en-US" sz="3200" b="1" dirty="0">
                <a:sym typeface="+mn-ea"/>
              </a:rPr>
              <a:t>FIFO and OPT</a:t>
            </a:r>
            <a:endParaRPr lang="en-US" sz="3200"/>
          </a:p>
        </p:txBody>
      </p:sp>
      <p:sp>
        <p:nvSpPr>
          <p:cNvPr id="8" name="Subtitle 7"/>
          <p:cNvSpPr>
            <a:spLocks noGrp="1"/>
          </p:cNvSpPr>
          <p:nvPr>
            <p:ph type="subTitle" idx="1"/>
          </p:nvPr>
        </p:nvSpPr>
        <p:spPr>
          <a:xfrm>
            <a:off x="838200" y="3013710"/>
            <a:ext cx="9763125" cy="1879600"/>
          </a:xfrm>
        </p:spPr>
        <p:txBody>
          <a:bodyPr>
            <a:noAutofit/>
          </a:bodyPr>
          <a:p>
            <a:pPr algn="l"/>
            <a:r>
              <a:rPr lang="vi-VN" sz="2000" dirty="0">
                <a:sym typeface="+mn-ea"/>
              </a:rPr>
              <a:t>List of members :</a:t>
            </a:r>
            <a:endParaRPr lang="vi-VN" sz="2000" dirty="0"/>
          </a:p>
          <a:p>
            <a:pPr algn="l"/>
            <a:r>
              <a:rPr lang="vi-VN" sz="2000" dirty="0">
                <a:latin typeface="Times New Roman" panose="02020603050405020304" charset="0"/>
                <a:sym typeface="+mn-ea"/>
              </a:rPr>
              <a:t>Nguyễn Hoàng Duy</a:t>
            </a:r>
            <a:endParaRPr lang="vi-VN" sz="2000" dirty="0">
              <a:latin typeface="Times New Roman" panose="02020603050405020304" charset="0"/>
            </a:endParaRPr>
          </a:p>
          <a:p>
            <a:pPr algn="l"/>
            <a:r>
              <a:rPr lang="vi-VN" sz="2000" dirty="0">
                <a:latin typeface="Times New Roman" panose="02020603050405020304" charset="0"/>
                <a:sym typeface="+mn-ea"/>
              </a:rPr>
              <a:t>Nguyễn Gia Huy</a:t>
            </a:r>
            <a:endParaRPr lang="vi-VN" sz="2000" dirty="0">
              <a:latin typeface="Times New Roman" panose="02020603050405020304" charset="0"/>
            </a:endParaRPr>
          </a:p>
          <a:p>
            <a:pPr algn="l"/>
            <a:r>
              <a:rPr lang="vi-VN" sz="2000" dirty="0">
                <a:latin typeface="Times New Roman" panose="02020603050405020304" charset="0"/>
                <a:sym typeface="+mn-ea"/>
              </a:rPr>
              <a:t>Lê Minh Khang</a:t>
            </a:r>
            <a:endParaRPr lang="vi-VN" sz="2000" dirty="0">
              <a:latin typeface="Times New Roman" panose="02020603050405020304" charset="0"/>
            </a:endParaRPr>
          </a:p>
          <a:p>
            <a:pPr algn="l"/>
            <a:r>
              <a:rPr lang="vi-VN" sz="2000" dirty="0">
                <a:latin typeface="Times New Roman" panose="02020603050405020304" charset="0"/>
                <a:sym typeface="+mn-ea"/>
              </a:rPr>
              <a:t>Trương Văn Hào</a:t>
            </a:r>
            <a:endParaRPr lang="vi-VN" sz="2000" dirty="0">
              <a:latin typeface="Times New Roman" panose="02020603050405020304" charset="0"/>
            </a:endParaRPr>
          </a:p>
          <a:p>
            <a:pPr algn="l"/>
            <a:r>
              <a:rPr lang="vi-VN" sz="2000" dirty="0">
                <a:latin typeface="Times New Roman" panose="02020603050405020304" charset="0"/>
                <a:sym typeface="+mn-ea"/>
              </a:rPr>
              <a:t>Phạm Nguyễn Bình An</a:t>
            </a:r>
            <a:endParaRPr lang="vi-VN" sz="2000" dirty="0">
              <a:latin typeface="Times New Roman" panose="02020603050405020304" charset="0"/>
            </a:endParaRPr>
          </a:p>
          <a:p>
            <a:pPr algn="l"/>
            <a:r>
              <a:rPr lang="vi-VN" sz="2000" dirty="0">
                <a:latin typeface="Times New Roman" panose="02020603050405020304" charset="0"/>
                <a:sym typeface="+mn-ea"/>
              </a:rPr>
              <a:t>Nguyễn Văn Hùng</a:t>
            </a:r>
            <a:endParaRPr lang="vi-VN" sz="2000" dirty="0">
              <a:latin typeface="Times New Roman" panose="02020603050405020304" charset="0"/>
              <a:sym typeface="+mn-ea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r>
              <a:rPr lang="vi-VN" altLang="en-GB" sz="1600"/>
              <a:t>30/03/</a:t>
            </a:r>
            <a:r>
              <a:rPr lang="vi-VN" altLang="en-GB" sz="1600"/>
              <a:t>2026</a:t>
            </a:r>
            <a:endParaRPr lang="vi-VN" altLang="en-GB" sz="160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r>
              <a:rPr lang="en-GB" sz="1600"/>
              <a:t>KIẾN THỨC - KỸ NĂNG - SÁNG TẠO - HỘI NHẬP</a:t>
            </a:r>
            <a:endParaRPr lang="en-GB" sz="160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AA3D6EC1-CEF0-44B9-AC69-1554EEB371D5}" type="slidenum">
              <a:rPr lang="en-GB" sz="1600" smtClean="0"/>
            </a:fld>
            <a:endParaRPr lang="en-GB" sz="16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4"/>
          <p:cNvSpPr/>
          <p:nvPr/>
        </p:nvSpPr>
        <p:spPr>
          <a:xfrm>
            <a:off x="6133959" y="2655857"/>
            <a:ext cx="5936125" cy="1183005"/>
          </a:xfrm>
          <a:prstGeom prst="rect">
            <a:avLst/>
          </a:prstGeom>
          <a:noFill/>
        </p:spPr>
        <p:txBody>
          <a:bodyPr wrap="square" lIns="127000" tIns="127000" rIns="127000" bIns="127000" rtlCol="0" anchor="t">
            <a:spAutoFit/>
          </a:bodyPr>
          <a:lstStyle/>
          <a:p>
            <a:pPr>
              <a:lnSpc>
                <a:spcPct val="113000"/>
              </a:lnSpc>
              <a:spcBef>
                <a:spcPts val="375"/>
              </a:spcBef>
            </a:pPr>
            <a:endParaRPr lang="vi-VN" sz="2665" b="1" dirty="0">
              <a:solidFill>
                <a:schemeClr val="bg1"/>
              </a:solidFill>
            </a:endParaRPr>
          </a:p>
          <a:p>
            <a:pPr marL="0" indent="0">
              <a:lnSpc>
                <a:spcPct val="113000"/>
              </a:lnSpc>
              <a:spcBef>
                <a:spcPts val="375"/>
              </a:spcBef>
              <a:buNone/>
            </a:pPr>
            <a:endParaRPr lang="en-US" sz="2400" b="1" dirty="0">
              <a:solidFill>
                <a:schemeClr val="bg1"/>
              </a:solidFill>
            </a:endParaRPr>
          </a:p>
        </p:txBody>
      </p:sp>
      <p:sp>
        <p:nvSpPr>
          <p:cNvPr id="8" name="Text 6"/>
          <p:cNvSpPr/>
          <p:nvPr/>
        </p:nvSpPr>
        <p:spPr>
          <a:xfrm>
            <a:off x="630537" y="3026664"/>
            <a:ext cx="3751451" cy="828675"/>
          </a:xfrm>
          <a:prstGeom prst="rect">
            <a:avLst/>
          </a:prstGeom>
          <a:noFill/>
        </p:spPr>
        <p:txBody>
          <a:bodyPr wrap="square" lIns="127000" tIns="127000" rIns="127000" bIns="127000" rtlCol="0" anchor="t">
            <a:spAutoFit/>
          </a:bodyPr>
          <a:lstStyle/>
          <a:p>
            <a:pPr algn="ctr"/>
            <a:r>
              <a:rPr lang="vi-VN" sz="3735" b="1" dirty="0">
                <a:solidFill>
                  <a:schemeClr val="bg1"/>
                </a:solidFill>
              </a:rPr>
              <a:t> </a:t>
            </a:r>
            <a:endParaRPr lang="en-US" sz="3735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9368" y="2294632"/>
            <a:ext cx="4919423" cy="1355725"/>
          </a:xfrm>
          <a:prstGeom prst="rect">
            <a:avLst/>
          </a:prstGeom>
          <a:noFill/>
        </p:spPr>
        <p:txBody>
          <a:bodyPr wrap="square" lIns="127000" tIns="127000" rIns="127000" bIns="127000" rtlCol="0" anchor="t">
            <a:spAutoFit/>
          </a:bodyPr>
          <a:lstStyle/>
          <a:p>
            <a:pPr marL="0" indent="0" algn="ctr">
              <a:lnSpc>
                <a:spcPct val="113000"/>
              </a:lnSpc>
              <a:spcBef>
                <a:spcPts val="375"/>
              </a:spcBef>
              <a:buNone/>
            </a:pPr>
            <a:r>
              <a:rPr lang="en-US" sz="6335" dirty="0">
                <a:solidFill>
                  <a:srgbClr val="1A8674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Thanks！</a:t>
            </a:r>
            <a:endParaRPr lang="en-US" sz="19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UTH-Slide-Theme_v2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245</Words>
  <Application>WPS Presentation</Application>
  <PresentationFormat>Màn hình rộng</PresentationFormat>
  <Paragraphs>22</Paragraphs>
  <Slides>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17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4</vt:i4>
      </vt:variant>
    </vt:vector>
  </HeadingPairs>
  <TitlesOfParts>
    <vt:vector size="23" baseType="lpstr">
      <vt:lpstr>Arial</vt:lpstr>
      <vt:lpstr>SimSun</vt:lpstr>
      <vt:lpstr>Wingdings</vt:lpstr>
      <vt:lpstr>Times New Roman</vt:lpstr>
      <vt:lpstr>Microsoft YaHei</vt:lpstr>
      <vt:lpstr>Arial Unicode MS</vt:lpstr>
      <vt:lpstr>Calibri</vt:lpstr>
      <vt:lpstr>Aptos</vt:lpstr>
      <vt:lpstr>Segoe UI</vt:lpstr>
      <vt:lpstr>Aptos Display</vt:lpstr>
      <vt:lpstr>Segoe UI Variable Display</vt:lpstr>
      <vt:lpstr>Segoe UI Black</vt:lpstr>
      <vt:lpstr>Noto Sans</vt:lpstr>
      <vt:lpstr>Segoe Print</vt:lpstr>
      <vt:lpstr>Noto Sans</vt:lpstr>
      <vt:lpstr>Noto Sans</vt:lpstr>
      <vt:lpstr>MingLiU-ExtB</vt:lpstr>
      <vt:lpstr>UTH-Slide-Theme_v2</vt:lpstr>
      <vt:lpstr>Office Theme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Duy Nguyễn Hoàng</cp:lastModifiedBy>
  <cp:revision>3</cp:revision>
  <dcterms:created xsi:type="dcterms:W3CDTF">2026-03-04T04:01:00Z</dcterms:created>
  <dcterms:modified xsi:type="dcterms:W3CDTF">2026-03-15T14:07:29Z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A09BD84EA8514B3EA290D7CEB040522A_12</vt:lpwstr>
  </property>
  <property fmtid="{D5CDD505-2E9C-101B-9397-08002B2CF9AE}" pid="3" name="KSOProductBuildVer">
    <vt:lpwstr>1033-12.2.0.23196</vt:lpwstr>
  </property>
</Properties>
</file>