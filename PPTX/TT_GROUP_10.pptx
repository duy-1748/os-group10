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03/03/2026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1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2" baseType="lpstr">
      <vt:lpstr>Chủ đề của Office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2026-03-04T04:01:31Z</dcterms:created>
  <dcterms:modified xsi:type="dcterms:W3CDTF">2026-03-04T04:01:44Z</dcterms:modified>
</cp:coreProperties>
</file>